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1" r:id="rId16"/>
    <p:sldId id="276" r:id="rId17"/>
    <p:sldId id="277" r:id="rId18"/>
    <p:sldId id="278" r:id="rId19"/>
    <p:sldId id="280" r:id="rId20"/>
    <p:sldId id="272" r:id="rId21"/>
    <p:sldId id="274" r:id="rId22"/>
    <p:sldId id="275" r:id="rId23"/>
    <p:sldId id="282" r:id="rId24"/>
    <p:sldId id="283" r:id="rId25"/>
    <p:sldId id="28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tm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07067" y="1580606"/>
            <a:ext cx="7766936" cy="2470230"/>
          </a:xfrm>
        </p:spPr>
        <p:txBody>
          <a:bodyPr/>
          <a:lstStyle/>
          <a:p>
            <a:r>
              <a:rPr lang="fr-FR" dirty="0"/>
              <a:t>Développez un assistant pour la recommandation d'évènements culturels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err="1"/>
              <a:t>Puls</a:t>
            </a:r>
            <a:r>
              <a:rPr lang="fr-FR" dirty="0"/>
              <a:t>-Events</a:t>
            </a:r>
          </a:p>
        </p:txBody>
      </p:sp>
    </p:spTree>
    <p:extLst>
      <p:ext uri="{BB962C8B-B14F-4D97-AF65-F5344CB8AC3E}">
        <p14:creationId xmlns:p14="http://schemas.microsoft.com/office/powerpoint/2010/main" val="3399202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876922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Création 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et Activation de l'Environnement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Virtuel</a:t>
            </a:r>
          </a:p>
          <a:p>
            <a:pPr marL="514350" indent="-514350">
              <a:buAutoNum type="arabicPeriod"/>
            </a:pP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1. Créer l'environnement virtuel (nommé '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puls-events-rag-env</a:t>
            </a:r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')</a:t>
            </a:r>
          </a:p>
          <a:p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-m 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venv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puls-events-rag-env</a:t>
            </a:r>
            <a:endParaRPr lang="fr-F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  2. Activer l'environnement </a:t>
            </a:r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virtuel: </a:t>
            </a:r>
            <a:r>
              <a:rPr lang="fr-F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puls-events-rag-env</a:t>
            </a:r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\Scripts\</a:t>
            </a:r>
            <a:r>
              <a:rPr lang="fr-F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activate</a:t>
            </a:r>
            <a:endParaRPr lang="fr-F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Apres avoir activer l’environnement , on doit maintenant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voir (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puls-events-rag-env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) au début de votre ligne de commande, indiquant que l'environnement est actif.</a:t>
            </a:r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2469"/>
            <a:ext cx="10829109" cy="349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79800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3. Installation des Packages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Requis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pip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install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faiss-cpu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pip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install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requests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beautifulsoup4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tqdm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pip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install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langchain-mistralai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444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39006" cy="2676899"/>
          </a:xfrm>
          <a:prstGeom prst="rect">
            <a:avLst/>
          </a:prstGeom>
        </p:spPr>
      </p:pic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6974"/>
            <a:ext cx="11639006" cy="2014659"/>
          </a:xfrm>
          <a:prstGeom prst="rect">
            <a:avLst/>
          </a:prstGeom>
        </p:spPr>
      </p:pic>
      <p:pic>
        <p:nvPicPr>
          <p:cNvPr id="4" name="Image 3" descr="Capture d’écra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0839"/>
            <a:ext cx="11639006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74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/>
              <a:t>4. </a:t>
            </a:r>
            <a:r>
              <a:rPr lang="fr-FR" sz="2400" dirty="0" smtClean="0"/>
              <a:t>Vérification</a:t>
            </a:r>
          </a:p>
          <a:p>
            <a:r>
              <a:rPr lang="fr-FR" sz="2400" dirty="0" smtClean="0"/>
              <a:t>Enregistrez </a:t>
            </a:r>
            <a:r>
              <a:rPr lang="fr-FR" sz="2400" dirty="0"/>
              <a:t>le fichier final_test.py </a:t>
            </a:r>
            <a:r>
              <a:rPr lang="fr-FR" sz="2400" dirty="0" smtClean="0"/>
              <a:t>et </a:t>
            </a:r>
            <a:r>
              <a:rPr lang="fr-FR" sz="2400" dirty="0"/>
              <a:t>exécutez-le </a:t>
            </a:r>
            <a:r>
              <a:rPr lang="fr-FR" sz="2400" dirty="0" smtClean="0"/>
              <a:t>script:</a:t>
            </a:r>
          </a:p>
          <a:p>
            <a:r>
              <a:rPr lang="fr-FR" sz="2400" dirty="0"/>
              <a:t> python final_test.py</a:t>
            </a:r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9455"/>
            <a:ext cx="9966960" cy="472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32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ETAPE 2 : Effectuez le pré-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des données Open Agenda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Résultat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attendu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Un jeu de données d'événements propre et structuré, prêt à être indexé. Vous pourrez effectuer des tests unitaires pour vous assurer d’avoir récupérer les données attendues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J’ai crée le fichier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event_data_processor.py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qui réalise l'extraction et le filtrage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Je vais vous fournir un script Python complet qui gère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AutoNum type="arabicParenR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calcul des bornes de la période (1 an historique + événements futurs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>
              <a:buAutoNum type="arabicParenR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filtrage sur la localisation de Paris (q=paris et un filtre sur le département 75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>
              <a:buAutoNum type="arabicParenR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pagination pour récupérer plus que les 10 enregistrements par défaut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arenR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structuration en un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Pandas propre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Apres l’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éxécution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script suivant: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python event_data_processor.py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Cela devrait créer le fichier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extracted_data.csv</a:t>
            </a:r>
          </a:p>
        </p:txBody>
      </p:sp>
    </p:spTree>
    <p:extLst>
      <p:ext uri="{BB962C8B-B14F-4D97-AF65-F5344CB8AC3E}">
        <p14:creationId xmlns:p14="http://schemas.microsoft.com/office/powerpoint/2010/main" val="17617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17097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Prochaine étape: la  vectorisation du contenu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J’ai crée le script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vector_indexer.py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Puis lancer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script : python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vector_indexer.py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Ce script va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AutoNum type="arabicParenR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Lire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fichier extracted_data.csv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arenR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Utiliser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un modèle de langage (Sentence Transformer) pour convertir la colonne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full_text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en vecteurs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arenR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Créer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un index FAISS pour permettre la recherche rapide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arenR"/>
            </a:pP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Sauvegarder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l'index et les données pour les utiliser dans l'application de recherche RAG.</a:t>
            </a:r>
          </a:p>
        </p:txBody>
      </p:sp>
    </p:spTree>
    <p:extLst>
      <p:ext uri="{BB962C8B-B14F-4D97-AF65-F5344CB8AC3E}">
        <p14:creationId xmlns:p14="http://schemas.microsoft.com/office/powerpoint/2010/main" val="408242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329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818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188565"/>
              </p:ext>
            </p:extLst>
          </p:nvPr>
        </p:nvGraphicFramePr>
        <p:xfrm>
          <a:off x="0" y="2085705"/>
          <a:ext cx="7154811" cy="4065261"/>
        </p:xfrm>
        <a:graphic>
          <a:graphicData uri="http://schemas.openxmlformats.org/drawingml/2006/table">
            <a:tbl>
              <a:tblPr/>
              <a:tblGrid>
                <a:gridCol w="2384937">
                  <a:extLst>
                    <a:ext uri="{9D8B030D-6E8A-4147-A177-3AD203B41FA5}">
                      <a16:colId xmlns:a16="http://schemas.microsoft.com/office/drawing/2014/main" val="640154917"/>
                    </a:ext>
                  </a:extLst>
                </a:gridCol>
                <a:gridCol w="2384937">
                  <a:extLst>
                    <a:ext uri="{9D8B030D-6E8A-4147-A177-3AD203B41FA5}">
                      <a16:colId xmlns:a16="http://schemas.microsoft.com/office/drawing/2014/main" val="3232500359"/>
                    </a:ext>
                  </a:extLst>
                </a:gridCol>
                <a:gridCol w="2384937">
                  <a:extLst>
                    <a:ext uri="{9D8B030D-6E8A-4147-A177-3AD203B41FA5}">
                      <a16:colId xmlns:a16="http://schemas.microsoft.com/office/drawing/2014/main" val="1204646634"/>
                    </a:ext>
                  </a:extLst>
                </a:gridCol>
              </a:tblGrid>
              <a:tr h="484049">
                <a:tc>
                  <a:txBody>
                    <a:bodyPr/>
                    <a:lstStyle/>
                    <a:p>
                      <a:r>
                        <a:rPr lang="fr-FR" sz="1500" b="1">
                          <a:effectLst/>
                          <a:latin typeface="Google Sans Text"/>
                        </a:rPr>
                        <a:t>Prérequis</a:t>
                      </a:r>
                      <a:endParaRPr lang="fr-FR" sz="1500">
                        <a:effectLst/>
                        <a:latin typeface="Google Sans Text"/>
                      </a:endParaRP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>
                          <a:effectLst/>
                          <a:latin typeface="Google Sans Text"/>
                        </a:rPr>
                        <a:t>Statut</a:t>
                      </a:r>
                      <a:endParaRPr lang="fr-FR" sz="1500">
                        <a:effectLst/>
                        <a:latin typeface="Google Sans Text"/>
                      </a:endParaRP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>
                          <a:effectLst/>
                          <a:latin typeface="Google Sans Text"/>
                        </a:rPr>
                        <a:t>Comment il a été rempli</a:t>
                      </a:r>
                      <a:endParaRPr lang="fr-FR" sz="1500">
                        <a:effectLst/>
                        <a:latin typeface="Google Sans Text"/>
                      </a:endParaRP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3373740"/>
                  </a:ext>
                </a:extLst>
              </a:tr>
              <a:tr h="1446025">
                <a:tc>
                  <a:txBody>
                    <a:bodyPr/>
                    <a:lstStyle/>
                    <a:p>
                      <a:r>
                        <a:rPr lang="fr-FR" sz="1500" b="1" dirty="0">
                          <a:effectLst/>
                          <a:latin typeface="Google Sans Text"/>
                        </a:rPr>
                        <a:t>Avoir nettoyé les données</a:t>
                      </a:r>
                      <a:endParaRPr lang="fr-FR" sz="1500" dirty="0">
                        <a:effectLst/>
                        <a:latin typeface="Google Sans Text"/>
                      </a:endParaRP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dirty="0">
                          <a:effectLst/>
                          <a:latin typeface="Google Sans Text"/>
                        </a:rPr>
                        <a:t>✅ Terminé</a:t>
                      </a: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dirty="0">
                          <a:effectLst/>
                          <a:latin typeface="Google Sans Text"/>
                        </a:rPr>
                        <a:t>Le script de simulation de l'API a produit le fichier extracted_data.csv avec des champs propres (</a:t>
                      </a:r>
                      <a:r>
                        <a:rPr lang="fr-FR" sz="1500" dirty="0" err="1">
                          <a:effectLst/>
                          <a:latin typeface="Google Sans Text"/>
                        </a:rPr>
                        <a:t>title</a:t>
                      </a:r>
                      <a:r>
                        <a:rPr lang="fr-FR" sz="1500" dirty="0">
                          <a:effectLst/>
                          <a:latin typeface="Google Sans Text"/>
                        </a:rPr>
                        <a:t>, description, date, location).</a:t>
                      </a: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627988"/>
                  </a:ext>
                </a:extLst>
              </a:tr>
              <a:tr h="2130985">
                <a:tc>
                  <a:txBody>
                    <a:bodyPr/>
                    <a:lstStyle/>
                    <a:p>
                      <a:r>
                        <a:rPr lang="fr-FR" sz="1500" b="1">
                          <a:effectLst/>
                          <a:latin typeface="Google Sans Text"/>
                        </a:rPr>
                        <a:t>Avoir découpé les textes en chunks</a:t>
                      </a:r>
                      <a:endParaRPr lang="fr-FR" sz="1500">
                        <a:effectLst/>
                        <a:latin typeface="Google Sans Text"/>
                      </a:endParaRP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dirty="0">
                          <a:effectLst/>
                          <a:latin typeface="Google Sans Text"/>
                        </a:rPr>
                        <a:t>✅ Géré</a:t>
                      </a: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dirty="0">
                          <a:effectLst/>
                          <a:latin typeface="Google Sans Text"/>
                        </a:rPr>
                        <a:t>Le script vector_indexer.py a utilisé la description de chaque événement comme le bloc de texte ("</a:t>
                      </a:r>
                      <a:r>
                        <a:rPr lang="fr-FR" sz="1500" dirty="0" err="1">
                          <a:effectLst/>
                          <a:latin typeface="Google Sans Text"/>
                        </a:rPr>
                        <a:t>chunk</a:t>
                      </a:r>
                      <a:r>
                        <a:rPr lang="fr-FR" sz="1500" dirty="0">
                          <a:effectLst/>
                          <a:latin typeface="Google Sans Text"/>
                        </a:rPr>
                        <a:t>") à </a:t>
                      </a:r>
                      <a:r>
                        <a:rPr lang="fr-FR" sz="1500" dirty="0" err="1">
                          <a:effectLst/>
                          <a:latin typeface="Google Sans Text"/>
                        </a:rPr>
                        <a:t>vectoriser</a:t>
                      </a:r>
                      <a:r>
                        <a:rPr lang="fr-FR" sz="1500" dirty="0">
                          <a:effectLst/>
                          <a:latin typeface="Google Sans Text"/>
                        </a:rPr>
                        <a:t>, l'équivalent d'un </a:t>
                      </a:r>
                      <a:r>
                        <a:rPr lang="fr-FR" sz="1500" dirty="0" err="1">
                          <a:effectLst/>
                          <a:latin typeface="Google Sans Text"/>
                        </a:rPr>
                        <a:t>chunk</a:t>
                      </a:r>
                      <a:r>
                        <a:rPr lang="fr-FR" sz="1500" dirty="0">
                          <a:effectLst/>
                          <a:latin typeface="Google Sans Text"/>
                        </a:rPr>
                        <a:t> unique par document dans ce cas simple.</a:t>
                      </a: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487247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41441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1. Validation des Prérequis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032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2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 Résultat Attendu (Base de données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Faiss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résultat attendu, une base de données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Faiss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contenant les événements indexés, a été matérialisé par l'exécution du script vector_indexer.py, qui a produit les deux fichiers suivants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faiss_index.bin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C'est la base de données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Faiss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elle-même, contenant les vecteurs sémantiques de toutes les descriptions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event_data.pkl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Ce fichier contient les métadonnées (dates, lieux, titres, descriptions complètes) associées à chaque vecteur. Cela permet, lors d'une recherche, de récupérer le vecteur correspondant aux métadonnées de l'événement.</a:t>
            </a:r>
          </a:p>
        </p:txBody>
      </p:sp>
    </p:spTree>
    <p:extLst>
      <p:ext uri="{BB962C8B-B14F-4D97-AF65-F5344CB8AC3E}">
        <p14:creationId xmlns:p14="http://schemas.microsoft.com/office/powerpoint/2010/main" val="2512022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3. Comment les Recommandations ont été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appliquées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-Utiliser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Faiss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 Le script vector_indexer.py a utilisé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pour l'intégration de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Faiss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suivant parfaitement cette recommandation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Enregistrer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métadonnées : Le modèle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event_data.pkl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sauvegarde explicitement toutes les métadonnées (titre, date, lieu) nécessaires pour l'étape de Récupération (R) dans RAG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Index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optimisé : Nous avons utilisé un index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Faiss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standard et robuste (IndexFlatL2 implicitement via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FAISS.save_local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qui est simple et efficace pour un petit jeu de données de test, assurant une recherche rapide.</a:t>
            </a:r>
          </a:p>
        </p:txBody>
      </p:sp>
    </p:spTree>
    <p:extLst>
      <p:ext uri="{BB962C8B-B14F-4D97-AF65-F5344CB8AC3E}">
        <p14:creationId xmlns:p14="http://schemas.microsoft.com/office/powerpoint/2010/main" val="2876843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9743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Faites des tests de recherche pour vérifier </a:t>
            </a:r>
            <a:r>
              <a:rPr lang="fr-FR" dirty="0" smtClean="0"/>
              <a:t>l'efficacité</a:t>
            </a:r>
          </a:p>
          <a:p>
            <a:endParaRPr lang="fr-FR" dirty="0"/>
          </a:p>
          <a:p>
            <a:r>
              <a:rPr lang="fr-FR" dirty="0" smtClean="0"/>
              <a:t>Premier test </a:t>
            </a:r>
            <a:r>
              <a:rPr lang="fr-FR" dirty="0"/>
              <a:t>:python vector_indexer.py</a:t>
            </a:r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3330"/>
            <a:ext cx="12192000" cy="593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157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549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4503" y="0"/>
            <a:ext cx="92485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message Indexation terminée avec succès ! La base de données est prête pour la recherche est la validation que votre système RAG est maintenant prêt à fonctionner.</a:t>
            </a:r>
          </a:p>
        </p:txBody>
      </p:sp>
    </p:spTree>
    <p:extLst>
      <p:ext uri="{BB962C8B-B14F-4D97-AF65-F5344CB8AC3E}">
        <p14:creationId xmlns:p14="http://schemas.microsoft.com/office/powerpoint/2010/main" val="3891350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Etape 3 : Implémentez la base de données vectorielle avec </a:t>
            </a:r>
            <a:r>
              <a:rPr lang="fr-FR" sz="2800" dirty="0" err="1">
                <a:latin typeface="Arial" panose="020B0604020202020204" pitchFamily="34" charset="0"/>
                <a:cs typeface="Arial" panose="020B0604020202020204" pitchFamily="34" charset="0"/>
              </a:rPr>
              <a:t>Faiss</a:t>
            </a: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117710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3791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Nous allons créer le fichier ingest.py pour l’ingestion puis lancer le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script python ingest.py</a:t>
            </a:r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9062"/>
            <a:ext cx="11743509" cy="455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932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33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679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Vous pouvez voir dans la sortie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Chargement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-&gt; 1 document(s) .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txt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chargé(s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Découpage :Documents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découpés en 3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chunks.Embeddings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/Vectorisation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:Le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modèle sentence-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transformers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/all-MiniLM-L6-v2 a été chargé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Sauvegarde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Base de données vectorielle créée et sauvegardée avec succès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base de données vectorielle FAISS se trouve maintenant dans le dossier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faiss_index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que le reste de votre projet RAG utilisera pour la recherche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409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818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Etape 3 : Implémentez la base de données vectorielle avec </a:t>
            </a:r>
            <a:r>
              <a:rPr kumimoji="0" lang="fr-FR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Faiss</a:t>
            </a:r>
            <a:endParaRPr kumimoji="0" lang="fr-FR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979108"/>
              </p:ext>
            </p:extLst>
          </p:nvPr>
        </p:nvGraphicFramePr>
        <p:xfrm>
          <a:off x="0" y="2085705"/>
          <a:ext cx="7154811" cy="4062740"/>
        </p:xfrm>
        <a:graphic>
          <a:graphicData uri="http://schemas.openxmlformats.org/drawingml/2006/table">
            <a:tbl>
              <a:tblPr/>
              <a:tblGrid>
                <a:gridCol w="2384937">
                  <a:extLst>
                    <a:ext uri="{9D8B030D-6E8A-4147-A177-3AD203B41FA5}">
                      <a16:colId xmlns:a16="http://schemas.microsoft.com/office/drawing/2014/main" val="640154917"/>
                    </a:ext>
                  </a:extLst>
                </a:gridCol>
                <a:gridCol w="2384937">
                  <a:extLst>
                    <a:ext uri="{9D8B030D-6E8A-4147-A177-3AD203B41FA5}">
                      <a16:colId xmlns:a16="http://schemas.microsoft.com/office/drawing/2014/main" val="3232500359"/>
                    </a:ext>
                  </a:extLst>
                </a:gridCol>
                <a:gridCol w="2384937">
                  <a:extLst>
                    <a:ext uri="{9D8B030D-6E8A-4147-A177-3AD203B41FA5}">
                      <a16:colId xmlns:a16="http://schemas.microsoft.com/office/drawing/2014/main" val="1204646634"/>
                    </a:ext>
                  </a:extLst>
                </a:gridCol>
              </a:tblGrid>
              <a:tr h="484049">
                <a:tc>
                  <a:txBody>
                    <a:bodyPr/>
                    <a:lstStyle/>
                    <a:p>
                      <a:r>
                        <a:rPr lang="fr-FR" sz="1500" b="1">
                          <a:effectLst/>
                          <a:latin typeface="Google Sans Text"/>
                        </a:rPr>
                        <a:t>Prérequis</a:t>
                      </a:r>
                      <a:endParaRPr lang="fr-FR" sz="1500">
                        <a:effectLst/>
                        <a:latin typeface="Google Sans Text"/>
                      </a:endParaRP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>
                          <a:effectLst/>
                          <a:latin typeface="Google Sans Text"/>
                        </a:rPr>
                        <a:t>Statut</a:t>
                      </a:r>
                      <a:endParaRPr lang="fr-FR" sz="1500">
                        <a:effectLst/>
                        <a:latin typeface="Google Sans Text"/>
                      </a:endParaRP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>
                          <a:effectLst/>
                          <a:latin typeface="Google Sans Text"/>
                        </a:rPr>
                        <a:t>Comment il a été rempli</a:t>
                      </a:r>
                      <a:endParaRPr lang="fr-FR" sz="1500">
                        <a:effectLst/>
                        <a:latin typeface="Google Sans Text"/>
                      </a:endParaRP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3373740"/>
                  </a:ext>
                </a:extLst>
              </a:tr>
              <a:tr h="1446025">
                <a:tc>
                  <a:txBody>
                    <a:bodyPr/>
                    <a:lstStyle/>
                    <a:p>
                      <a:r>
                        <a:rPr lang="fr-FR" sz="1500" b="1" dirty="0">
                          <a:effectLst/>
                          <a:latin typeface="Google Sans Text"/>
                        </a:rPr>
                        <a:t>Avoir nettoyé les données</a:t>
                      </a:r>
                      <a:endParaRPr lang="fr-FR" sz="1500" dirty="0">
                        <a:effectLst/>
                        <a:latin typeface="Google Sans Text"/>
                      </a:endParaRP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dirty="0">
                          <a:effectLst/>
                          <a:latin typeface="Google Sans Text"/>
                        </a:rPr>
                        <a:t>✅ Terminé</a:t>
                      </a: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dirty="0">
                          <a:effectLst/>
                          <a:latin typeface="Google Sans Text"/>
                        </a:rPr>
                        <a:t>Le script de simulation de l'API a produit le fichier extracted_data.csv avec des champs propres (</a:t>
                      </a:r>
                      <a:r>
                        <a:rPr lang="fr-FR" sz="1500" dirty="0" err="1">
                          <a:effectLst/>
                          <a:latin typeface="Google Sans Text"/>
                        </a:rPr>
                        <a:t>title</a:t>
                      </a:r>
                      <a:r>
                        <a:rPr lang="fr-FR" sz="1500" dirty="0">
                          <a:effectLst/>
                          <a:latin typeface="Google Sans Text"/>
                        </a:rPr>
                        <a:t>, description, date, location).</a:t>
                      </a: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627988"/>
                  </a:ext>
                </a:extLst>
              </a:tr>
              <a:tr h="2130985">
                <a:tc>
                  <a:txBody>
                    <a:bodyPr/>
                    <a:lstStyle/>
                    <a:p>
                      <a:r>
                        <a:rPr lang="fr-FR" sz="1500" b="1">
                          <a:effectLst/>
                          <a:latin typeface="Google Sans Text"/>
                        </a:rPr>
                        <a:t>Avoir découpé les textes en chunks</a:t>
                      </a:r>
                      <a:endParaRPr lang="fr-FR" sz="1500">
                        <a:effectLst/>
                        <a:latin typeface="Google Sans Text"/>
                      </a:endParaRP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dirty="0">
                          <a:effectLst/>
                          <a:latin typeface="Google Sans Text"/>
                        </a:rPr>
                        <a:t>✅ Géré</a:t>
                      </a: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dirty="0">
                          <a:effectLst/>
                          <a:latin typeface="Google Sans Text"/>
                        </a:rPr>
                        <a:t>Le script </a:t>
                      </a:r>
                      <a:r>
                        <a:rPr lang="fr-FR" sz="1500" dirty="0" smtClean="0">
                          <a:effectLst/>
                          <a:latin typeface="Google Sans Text"/>
                        </a:rPr>
                        <a:t>python ingest.py </a:t>
                      </a:r>
                      <a:r>
                        <a:rPr lang="fr-FR" sz="1500" dirty="0">
                          <a:effectLst/>
                          <a:latin typeface="Google Sans Text"/>
                        </a:rPr>
                        <a:t>a utilisé la description de chaque événement comme le bloc de texte ("</a:t>
                      </a:r>
                      <a:r>
                        <a:rPr lang="fr-FR" sz="1500" dirty="0" err="1">
                          <a:effectLst/>
                          <a:latin typeface="Google Sans Text"/>
                        </a:rPr>
                        <a:t>chunk</a:t>
                      </a:r>
                      <a:r>
                        <a:rPr lang="fr-FR" sz="1500" dirty="0">
                          <a:effectLst/>
                          <a:latin typeface="Google Sans Text"/>
                        </a:rPr>
                        <a:t>") à </a:t>
                      </a:r>
                      <a:r>
                        <a:rPr lang="fr-FR" sz="1500" dirty="0" err="1">
                          <a:effectLst/>
                          <a:latin typeface="Google Sans Text"/>
                        </a:rPr>
                        <a:t>vectoriser</a:t>
                      </a:r>
                      <a:r>
                        <a:rPr lang="fr-FR" sz="1500" dirty="0">
                          <a:effectLst/>
                          <a:latin typeface="Google Sans Text"/>
                        </a:rPr>
                        <a:t>, l'équivalent d'un </a:t>
                      </a:r>
                      <a:r>
                        <a:rPr lang="fr-FR" sz="1500" dirty="0" err="1">
                          <a:effectLst/>
                          <a:latin typeface="Google Sans Text"/>
                        </a:rPr>
                        <a:t>chunk</a:t>
                      </a:r>
                      <a:r>
                        <a:rPr lang="fr-FR" sz="1500" dirty="0">
                          <a:effectLst/>
                          <a:latin typeface="Google Sans Text"/>
                        </a:rPr>
                        <a:t> unique par document dans ce cas simple.</a:t>
                      </a:r>
                    </a:p>
                  </a:txBody>
                  <a:tcPr marL="76107" marR="76107" marT="38053" marB="3805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487247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41441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3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1. Validation des Prérequis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462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Etape 4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Résultat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attendu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capable de fournir des recommandations d'événements et d'interagir avec l'utilisateur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Création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du fichier 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chat_rag.py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qui se trouve dans le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Puis je lance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commande :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.\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venv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\Scripts\python.exe chat_rag.py --doc evenements_reels.pdf</a:t>
            </a:r>
          </a:p>
        </p:txBody>
      </p:sp>
    </p:spTree>
    <p:extLst>
      <p:ext uri="{BB962C8B-B14F-4D97-AF65-F5344CB8AC3E}">
        <p14:creationId xmlns:p14="http://schemas.microsoft.com/office/powerpoint/2010/main" val="3897419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03175" cy="482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42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12543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38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04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31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01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15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0700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10422</TotalTime>
  <Words>848</Words>
  <Application>Microsoft Office PowerPoint</Application>
  <PresentationFormat>Grand écran</PresentationFormat>
  <Paragraphs>108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1" baseType="lpstr">
      <vt:lpstr>Arial</vt:lpstr>
      <vt:lpstr>Google Sans</vt:lpstr>
      <vt:lpstr>Google Sans Text</vt:lpstr>
      <vt:lpstr>Trebuchet MS</vt:lpstr>
      <vt:lpstr>Wingdings 3</vt:lpstr>
      <vt:lpstr>Facette</vt:lpstr>
      <vt:lpstr>Développez un assistant pour la recommandation d'évènements culturels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57</cp:revision>
  <dcterms:created xsi:type="dcterms:W3CDTF">2025-10-21T08:20:20Z</dcterms:created>
  <dcterms:modified xsi:type="dcterms:W3CDTF">2025-11-05T21:54:44Z</dcterms:modified>
</cp:coreProperties>
</file>