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08" r:id="rId3"/>
    <p:sldId id="305" r:id="rId4"/>
    <p:sldId id="298" r:id="rId5"/>
    <p:sldId id="306" r:id="rId6"/>
    <p:sldId id="257" r:id="rId7"/>
    <p:sldId id="286" r:id="rId8"/>
    <p:sldId id="264" r:id="rId9"/>
    <p:sldId id="300" r:id="rId10"/>
    <p:sldId id="301" r:id="rId11"/>
    <p:sldId id="302" r:id="rId12"/>
    <p:sldId id="303" r:id="rId13"/>
    <p:sldId id="304" r:id="rId14"/>
    <p:sldId id="295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7" r:id="rId24"/>
    <p:sldId id="296" r:id="rId25"/>
    <p:sldId id="271" r:id="rId26"/>
    <p:sldId id="309" r:id="rId27"/>
    <p:sldId id="310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 varScale="1">
        <p:scale>
          <a:sx n="73" d="100"/>
          <a:sy n="73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ongmofr2000/orchestration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07067" y="1554480"/>
            <a:ext cx="7766936" cy="2496356"/>
          </a:xfrm>
        </p:spPr>
        <p:txBody>
          <a:bodyPr/>
          <a:lstStyle/>
          <a:p>
            <a:r>
              <a:rPr lang="fr-FR" dirty="0"/>
              <a:t>Mettez en place un pipeline d'orchestration des flux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entreprise </a:t>
            </a:r>
            <a:r>
              <a:rPr lang="fr-FR" dirty="0" err="1"/>
              <a:t>BottleNeck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2065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04503" y="0"/>
            <a:ext cx="88560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 </a:t>
            </a:r>
          </a:p>
          <a:p>
            <a:r>
              <a:rPr lang="fr-FR" dirty="0" smtClean="0"/>
              <a:t>LIEN GITHUB     </a:t>
            </a:r>
            <a:r>
              <a:rPr lang="fr-FR" dirty="0" smtClean="0">
                <a:hlinkClick r:id="rId2"/>
              </a:rPr>
              <a:t>https</a:t>
            </a:r>
            <a:r>
              <a:rPr lang="fr-FR" dirty="0">
                <a:hlinkClick r:id="rId2"/>
              </a:rPr>
              <a:t>://</a:t>
            </a:r>
            <a:r>
              <a:rPr lang="fr-FR" dirty="0" smtClean="0">
                <a:hlinkClick r:id="rId2"/>
              </a:rPr>
              <a:t>github.com/dongmofr2000/orchestration</a:t>
            </a:r>
            <a:r>
              <a:rPr lang="fr-FR" dirty="0" smtClean="0"/>
              <a:t>   </a:t>
            </a:r>
            <a:r>
              <a:rPr lang="fr-FR" dirty="0" err="1" smtClean="0"/>
              <a:t>branche:master</a:t>
            </a:r>
            <a:endParaRPr lang="fr-FR" dirty="0" smtClean="0"/>
          </a:p>
          <a:p>
            <a:endParaRPr lang="fr-FR" dirty="0"/>
          </a:p>
          <a:p>
            <a:r>
              <a:rPr lang="fr-FR" dirty="0" smtClean="0"/>
              <a:t>Ce lien contient tous les scripts de ce projet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2048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CONTEXTE DE LA MISSION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Le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manager, Laurent,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me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confie la mission de transformer le travail manuel de Stéphane en un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workflow de données fiable et planifié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en utilisant l'outil d'orchestration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Kestra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fr-FR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Objectifs Principaux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L'objectif central est de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créer un pipeline de données automatisé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qui :</a:t>
            </a:r>
          </a:p>
          <a:p>
            <a:pPr>
              <a:buFont typeface="+mj-lt"/>
              <a:buAutoNum type="arabicPeriod"/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Nettoie et Réconcilie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les données produits et ventes issues de deux systèmes (ERP et CMS) via un fichier de liaison.</a:t>
            </a:r>
          </a:p>
          <a:p>
            <a:pPr>
              <a:buFont typeface="+mj-lt"/>
              <a:buAutoNum type="arabicPeriod"/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Calcule le Chiffre d'Affaires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(CA) total et par produit.</a:t>
            </a:r>
          </a:p>
          <a:p>
            <a:pPr>
              <a:buFont typeface="+mj-lt"/>
              <a:buAutoNum type="arabicPeriod"/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Identifie les vins premium et ordinaires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en utilisant la méthode du Z-Score sur les prix.</a:t>
            </a:r>
          </a:p>
          <a:p>
            <a:pPr>
              <a:buFont typeface="+mj-lt"/>
              <a:buAutoNum type="arabicPeriod"/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Génère des rapports et des extractions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pour les responsables produits (Laure et Maria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b="1" dirty="0" smtClean="0">
                <a:latin typeface="Arial" panose="020B0604020202020204" pitchFamily="34" charset="0"/>
                <a:cs typeface="Arial" panose="020B0604020202020204" pitchFamily="34" charset="0"/>
              </a:rPr>
              <a:t>Tâches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Clés à Réaliser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Pour atteindre cet objectif,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je dois: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Concevoir l'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Architecture du workflow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(Nettoyage, Jointures, Agrégations, Extractions) avec des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procédures de tests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après chaque étape de transformation.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Implémenter cette architecture sur </a:t>
            </a:r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Kestra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Produire les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extractions finales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(CA par produit et total dans un fichier Excel, ainsi que les listes de vins Premium et Ordinaires).</a:t>
            </a:r>
          </a:p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Planifier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l'exécution du </a:t>
            </a:r>
            <a:r>
              <a:rPr lang="fr-FR" i="1" dirty="0">
                <a:latin typeface="Arial" panose="020B0604020202020204" pitchFamily="34" charset="0"/>
                <a:cs typeface="Arial" panose="020B0604020202020204" pitchFamily="34" charset="0"/>
              </a:rPr>
              <a:t>workflow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le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15 de chaque mois à 9h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Proposer une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solution de gestion des dysfonctionnements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(par exemple, l'indisponibilité de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DuckDB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625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8624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175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26156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Pour installer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kestra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,j’enregistre d’abord le docker-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compose.yaml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puis le lance la commande suivant dans la racine du dossier ou se trouve le docker-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compose.yaml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docker compose up –d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Par la suite les identifiants :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username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"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dxxxxxxxxxxxxxxxxxx.fr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" #Utilisateur mis à jour             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password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: "</a:t>
            </a:r>
            <a:r>
              <a:rPr lang="fr-F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Yxxxxxxxxxxx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400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51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45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932"/>
            <a:ext cx="12192000" cy="626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412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Résultats attendus 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 fichier .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yaml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Kestra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qui est en cohérence avec l’architecture du workflow et qui inclut les scripts de traitement de données : 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Script Python d’identification des vins millésimes et vins ordinaires avec le z-score. Pour rappel : 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z-score = (prix du vin - moyenne prix des vins)/(écart type des prix des vins) 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un vin millésime est défini comme ayant un z-score  &gt; 2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Script SQL de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dédoublonnage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avec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DuckDB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Script SQL de suppression des doublons avec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DuckDB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Script SQL de fusion des deux systèmes avec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DuckDB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Script SQL de calcul du chiffre d’affaires par produit et chiffre d'affaires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global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Nom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du fichier :</a:t>
            </a:r>
            <a:r>
              <a:rPr lang="fr-FR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etl_vins_flow.yaml</a:t>
            </a:r>
            <a:r>
              <a:rPr lang="fr-F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et se trouve dans le </a:t>
            </a:r>
            <a:r>
              <a:rPr lang="fr-F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293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Après exécution du workflow:</a:t>
            </a:r>
          </a:p>
          <a:p>
            <a:r>
              <a:rPr lang="fr-FR" dirty="0"/>
              <a:t>Une extraction du rapport avec les chiffres d’affaires par produit en .</a:t>
            </a:r>
            <a:r>
              <a:rPr lang="fr-FR" dirty="0" err="1"/>
              <a:t>xls</a:t>
            </a:r>
            <a:endParaRPr lang="fr-FR" dirty="0"/>
          </a:p>
          <a:p>
            <a:r>
              <a:rPr lang="fr-FR" dirty="0"/>
              <a:t>Ce rapport est également présent dans le </a:t>
            </a:r>
            <a:r>
              <a:rPr lang="fr-FR" dirty="0" err="1" smtClean="0"/>
              <a:t>github</a:t>
            </a:r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1344"/>
            <a:ext cx="10071463" cy="529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593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Une extraction de la liste des vins premium en .csv</a:t>
            </a:r>
          </a:p>
          <a:p>
            <a:r>
              <a:rPr lang="fr-FR" dirty="0"/>
              <a:t>Il se trouve </a:t>
            </a:r>
            <a:r>
              <a:rPr lang="fr-FR" dirty="0" err="1"/>
              <a:t>egalement</a:t>
            </a:r>
            <a:r>
              <a:rPr lang="fr-FR" dirty="0"/>
              <a:t> dans le </a:t>
            </a:r>
            <a:r>
              <a:rPr lang="fr-FR" dirty="0" err="1" smtClean="0"/>
              <a:t>github</a:t>
            </a:r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128902"/>
            <a:ext cx="9862457" cy="572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749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Une extraction des vins ordinaires en .csv</a:t>
            </a:r>
          </a:p>
          <a:p>
            <a:r>
              <a:rPr lang="fr-FR" dirty="0"/>
              <a:t>Ce fichier est également présent dans le </a:t>
            </a:r>
            <a:r>
              <a:rPr lang="fr-FR" dirty="0" err="1" smtClean="0"/>
              <a:t>guthub</a:t>
            </a:r>
            <a:endParaRPr lang="fr-FR" dirty="0" smtClean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7558"/>
            <a:ext cx="9627326" cy="5630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329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9144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Une planification de l'exécution de l’ensemble du workflow tous les 15 du mois à 9h en utilisant le mécanisme du trigger et du </a:t>
            </a:r>
            <a:r>
              <a:rPr lang="fr-FR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cron</a:t>
            </a:r>
            <a:r>
              <a:rPr lang="fr-F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(voir </a:t>
            </a:r>
            <a:r>
              <a:rPr lang="fr-FR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Crontab.guru</a:t>
            </a:r>
            <a:r>
              <a:rPr lang="fr-F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0"/>
            <a:endParaRPr lang="fr-FR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fr-FR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Fichier GitHub Actions Workflow</a:t>
            </a:r>
          </a:p>
          <a:p>
            <a:pPr lvl="0"/>
            <a:r>
              <a:rPr lang="fr-F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 fichier doit être placé dans un nouveau répertoire \.</a:t>
            </a:r>
            <a:r>
              <a:rPr lang="fr-FR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fr-F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\workflows\ dans la racine de votre projet. Il définit l'environnement, installe les dépendances (Python, Pandas, </a:t>
            </a:r>
            <a:r>
              <a:rPr lang="fr-FR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DuckDB</a:t>
            </a:r>
            <a:r>
              <a:rPr lang="fr-F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PyMongo</a:t>
            </a:r>
            <a:r>
              <a:rPr lang="fr-F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et exécute votre script etl_vins.py selon le calendrier défini.</a:t>
            </a:r>
          </a:p>
          <a:p>
            <a:pPr lvl="0"/>
            <a:endParaRPr lang="fr-FR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Schedule (</a:t>
            </a:r>
            <a:r>
              <a:rPr lang="fr-FR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Cron</a:t>
            </a:r>
            <a:r>
              <a:rPr lang="fr-F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0"/>
            <a:r>
              <a:rPr lang="fr-F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 exécuter le workflow tous les 15 du mois à 9h00 (UTC), le pattern </a:t>
            </a:r>
            <a:r>
              <a:rPr lang="fr-FR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cron</a:t>
            </a:r>
            <a:r>
              <a:rPr lang="fr-F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est :0 9 15 ∗ ∗</a:t>
            </a:r>
          </a:p>
          <a:p>
            <a:pPr lvl="0"/>
            <a:r>
              <a:rPr lang="fr-F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: 0 minute (à l'heure exacte)</a:t>
            </a:r>
          </a:p>
          <a:p>
            <a:pPr lvl="0"/>
            <a:r>
              <a:rPr lang="fr-F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 : 9 heures (9h00)</a:t>
            </a:r>
          </a:p>
          <a:p>
            <a:pPr lvl="0"/>
            <a:r>
              <a:rPr lang="fr-F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: Le 15ème jour du mois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N'importe quel mois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fr-F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 : N'importe quel jour de la semaine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1279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fr-FR" sz="28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Planification Active</a:t>
            </a:r>
          </a:p>
          <a:p>
            <a:pPr lvl="0"/>
            <a:endParaRPr lang="fr-FR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dépôt https://github.com/dongmofr2000/orchestration contient maintenant le fichier .</a:t>
            </a:r>
            <a:r>
              <a:rPr lang="fr-FR" dirty="0" err="1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fr-FR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/workflows/</a:t>
            </a:r>
            <a:r>
              <a:rPr lang="fr-FR" dirty="0" err="1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scheduled_etl.yml</a:t>
            </a:r>
            <a:endParaRPr lang="fr-FR" dirty="0" smtClean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endParaRPr lang="fr-FR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 workflow est programmé pour se déclencher automatiquement selon la syntaxe </a:t>
            </a:r>
            <a:r>
              <a:rPr lang="fr-FR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cron</a:t>
            </a:r>
            <a:r>
              <a:rPr lang="fr-F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qu’on a définie :</a:t>
            </a:r>
          </a:p>
          <a:p>
            <a:pPr lvl="0"/>
            <a:endParaRPr lang="fr-FR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fr-F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 9 15 ∗ ∗</a:t>
            </a:r>
          </a:p>
          <a:p>
            <a:pPr lvl="0"/>
            <a:r>
              <a:rPr lang="fr-F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Quand : Tous les 15 du mois.</a:t>
            </a:r>
          </a:p>
          <a:p>
            <a:pPr lvl="0"/>
            <a:r>
              <a:rPr lang="fr-FR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Heure : À 9h00 (heure UTC).</a:t>
            </a:r>
          </a:p>
        </p:txBody>
      </p:sp>
    </p:spTree>
    <p:extLst>
      <p:ext uri="{BB962C8B-B14F-4D97-AF65-F5344CB8AC3E}">
        <p14:creationId xmlns:p14="http://schemas.microsoft.com/office/powerpoint/2010/main" val="1441311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Résultats attendus 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Intégration des tâches de tests en SQL ou Python dans les tâches nominales :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Les tests d’absence de doublons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Les tests d’absence de valeurs manquantes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Les tests de cohérence des jointures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Les tests de cohérence du chiffre d'affaires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 test du Z-score sur le prix des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vins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Nom du script présent dans le </a:t>
            </a:r>
            <a:r>
              <a:rPr lang="fr-F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etl_vins_analysis.yaml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59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34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06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565"/>
            <a:ext cx="12192000" cy="565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892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069859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90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361"/>
            <a:ext cx="11650701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27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55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094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59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592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64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4167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62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378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07959" cy="685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514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8377" y="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Enrichissement du fichier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yaml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d’orchestration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Kestra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en intégrant ces tâches de tests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J’ai enrichis le fichier :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etl_vins_flow.yaml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7801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91440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Script SQL de calcul du chiffre d’affaires par produit et chiffre d'affaires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global</a:t>
            </a: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Nom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du script: </a:t>
            </a:r>
            <a:r>
              <a:rPr lang="fr-FR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calcul_ca.sql</a:t>
            </a:r>
            <a:endParaRPr 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Pour le teste , je lance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la commande :python run_local_etl.py</a:t>
            </a:r>
          </a:p>
        </p:txBody>
      </p:sp>
      <p:pic>
        <p:nvPicPr>
          <p:cNvPr id="4" name="Image 3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2455"/>
            <a:ext cx="11038114" cy="506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87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756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Partie du script qui génère les la liste des vins premium et vins ordinaires dans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 fichier </a:t>
            </a:r>
            <a:r>
              <a:rPr lang="fr-FR" dirty="0" err="1">
                <a:latin typeface="Arial" panose="020B0604020202020204" pitchFamily="34" charset="0"/>
                <a:cs typeface="Arial" panose="020B0604020202020204" pitchFamily="34" charset="0"/>
              </a:rPr>
              <a:t>etl_vins_flow.yaml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9238"/>
            <a:ext cx="9069066" cy="5458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4871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946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Extrait dans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le script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etl_vins.py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latin typeface="Arial" panose="020B0604020202020204" pitchFamily="34" charset="0"/>
                <a:cs typeface="Arial" panose="020B0604020202020204" pitchFamily="34" charset="0"/>
              </a:rPr>
              <a:t>où les rapports sont générés 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2" descr="Capture d’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4612"/>
            <a:ext cx="9231013" cy="608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96383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14282</TotalTime>
  <Words>728</Words>
  <Application>Microsoft Office PowerPoint</Application>
  <PresentationFormat>Grand écran</PresentationFormat>
  <Paragraphs>104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Arial</vt:lpstr>
      <vt:lpstr>Trebuchet MS</vt:lpstr>
      <vt:lpstr>Wingdings 3</vt:lpstr>
      <vt:lpstr>Facette</vt:lpstr>
      <vt:lpstr>Mettez en place un pipeline d'orchestration des flux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113</cp:revision>
  <dcterms:created xsi:type="dcterms:W3CDTF">2025-10-12T20:24:44Z</dcterms:created>
  <dcterms:modified xsi:type="dcterms:W3CDTF">2025-11-05T21:54:20Z</dcterms:modified>
</cp:coreProperties>
</file>