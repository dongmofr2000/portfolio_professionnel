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Chatbot</a:t>
            </a:r>
            <a:r>
              <a:rPr lang="fr-FR" dirty="0"/>
              <a:t> RAG, Moteur de Personnalisation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Du POC à la Production</a:t>
            </a:r>
          </a:p>
        </p:txBody>
      </p:sp>
    </p:spTree>
    <p:extLst>
      <p:ext uri="{BB962C8B-B14F-4D97-AF65-F5344CB8AC3E}">
        <p14:creationId xmlns:p14="http://schemas.microsoft.com/office/powerpoint/2010/main" val="1522305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Objectif : 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Valider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plan d'action (architecture, coûts, délais) pour le lancement du MVP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Rappel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du Contexte : Le POC a validé l'approche RAG. Nous passons à l'industrialisation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Stratégie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Construire une plateforme Cloud native pour l'IA conversationnelle.</a:t>
            </a:r>
          </a:p>
        </p:txBody>
      </p:sp>
    </p:spTree>
    <p:extLst>
      <p:ext uri="{BB962C8B-B14F-4D97-AF65-F5344CB8AC3E}">
        <p14:creationId xmlns:p14="http://schemas.microsoft.com/office/powerpoint/2010/main" val="1790622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44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Fonctionnalités au Service de l'Expérience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Utilisateur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Objectif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Augmenter la Rétention : Mémoire Conversationnelle (Redis) $\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rightarrow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$ Recommandations plus précises = Engagement utilisateur renforcé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Objectif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Pertinence Locale : Géo-Filtrage &amp; Contexte Web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smolagent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$\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rightarrow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$ Réponses adaptées au moment et au lieu de l'utilisateur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Objectif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Fiabilité : Architecture Cloud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(AWS) $\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rightarrow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$ Service stable, disponible 24/7, capable d'absorber la croissance.</a:t>
            </a:r>
          </a:p>
        </p:txBody>
      </p:sp>
    </p:spTree>
    <p:extLst>
      <p:ext uri="{BB962C8B-B14F-4D97-AF65-F5344CB8AC3E}">
        <p14:creationId xmlns:p14="http://schemas.microsoft.com/office/powerpoint/2010/main" val="2847637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Architecture Technique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CibleTitre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Choix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Cloud AWS : Robustesse et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Pourquoi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AWS ? Écosystème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mature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SageMaker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et solutions de bases de données vectorielles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OpenSearch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hautement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scalables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Composants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Clés :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Microservice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RAG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Déployé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sur AWS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Fargate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(auto-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scaling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sans gestion de VM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Vecteurs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OpenSearch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Service (recherche k-NN optimisée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Mémoire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ElastiCache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(Redis) (stockage rapide du contexte de session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Modèles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Embedding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SageMaker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Endpoint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(déploiement et coût maîtrisés).</a:t>
            </a:r>
          </a:p>
        </p:txBody>
      </p:sp>
    </p:spTree>
    <p:extLst>
      <p:ext uri="{BB962C8B-B14F-4D97-AF65-F5344CB8AC3E}">
        <p14:creationId xmlns:p14="http://schemas.microsoft.com/office/powerpoint/2010/main" val="2372913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Planification des Tâches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Backlog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Priorisé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Titre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Priorisation Agile : Les Must-Have pour le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Lancement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Must-Have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(45 Jours) : RAG V1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&amp; Pipeline, Mémoire de Session (V1), Filtrage Géographique, Pipeline d'Ingestion Auto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Nice-to-Have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(8 Jours) : Recherche Web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smolagent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(livraison possible en V1.1).</a:t>
            </a:r>
          </a:p>
        </p:txBody>
      </p:sp>
    </p:spTree>
    <p:extLst>
      <p:ext uri="{BB962C8B-B14F-4D97-AF65-F5344CB8AC3E}">
        <p14:creationId xmlns:p14="http://schemas.microsoft.com/office/powerpoint/2010/main" val="4213172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Chronogramme et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Jalons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Titre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Feuille de Route : 12 Semaines jusqu'au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MVP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Durée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Totale : $\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sim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12$ semaines (45 Jours Hommes de développement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Jalons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Principaux : Infrastructure Cloud provisionnée (Semaine 2), Pipeline/BDD opérationnelles (Semaine 5),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RAG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implémenté (Semaine 9), Déploiement du MVP (Semaine 12).</a:t>
            </a:r>
          </a:p>
        </p:txBody>
      </p:sp>
    </p:spTree>
    <p:extLst>
      <p:ext uri="{BB962C8B-B14F-4D97-AF65-F5344CB8AC3E}">
        <p14:creationId xmlns:p14="http://schemas.microsoft.com/office/powerpoint/2010/main" val="180583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Maîtrise des Coûts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&amp; OPEX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Titre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Budget : Un Investissement Ciblé pour une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Scalabilité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Maximale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Coût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BUILD (Développement) : 45 Jours Hommes (Focus sur l'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IaC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et la robustesse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Coût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OPEX (Exploitation Mensuel) : Estimation : $\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sim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\$350$ USD/mois (pour 100k requêtes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Stratégie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d'Optimisation : Utilisation du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down de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SageMaker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en dehors des heures de pointe pour réduire les coûts.</a:t>
            </a:r>
          </a:p>
        </p:txBody>
      </p:sp>
    </p:spTree>
    <p:extLst>
      <p:ext uri="{BB962C8B-B14F-4D97-AF65-F5344CB8AC3E}">
        <p14:creationId xmlns:p14="http://schemas.microsoft.com/office/powerpoint/2010/main" val="256355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Gestion des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Risques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Titre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Défis Anticipés et Solutions (Mitigation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Latence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du RAG : Optimisation de la recherche vectorielle (k-NN) sur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OpenSearch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Dépendance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à l'Agent Web : Utilisation limitée de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smolagent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aux données temps réel critiques uniquement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Échecs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d'Indexation : Pipeline ETL pilotée par AWS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pour la gestion automatique des erreurs.</a:t>
            </a:r>
          </a:p>
        </p:txBody>
      </p:sp>
    </p:spTree>
    <p:extLst>
      <p:ext uri="{BB962C8B-B14F-4D97-AF65-F5344CB8AC3E}">
        <p14:creationId xmlns:p14="http://schemas.microsoft.com/office/powerpoint/2010/main" val="1572778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Bilan et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Titre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Conclusion : Prêt pour le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Lancement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Synthèse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Architecture performante, planification claire et stratégie de coût maîtrisée.</a:t>
            </a:r>
          </a:p>
        </p:txBody>
      </p:sp>
    </p:spTree>
    <p:extLst>
      <p:ext uri="{BB962C8B-B14F-4D97-AF65-F5344CB8AC3E}">
        <p14:creationId xmlns:p14="http://schemas.microsoft.com/office/powerpoint/2010/main" val="22897560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1713</TotalTime>
  <Words>501</Words>
  <Application>Microsoft Office PowerPoint</Application>
  <PresentationFormat>Grand écran</PresentationFormat>
  <Paragraphs>61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Facette</vt:lpstr>
      <vt:lpstr>Le Chatbot RAG, Moteur de Personnalisation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12</cp:revision>
  <dcterms:created xsi:type="dcterms:W3CDTF">2025-11-04T17:18:24Z</dcterms:created>
  <dcterms:modified xsi:type="dcterms:W3CDTF">2025-11-05T21:51:49Z</dcterms:modified>
</cp:coreProperties>
</file>